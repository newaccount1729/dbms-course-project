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JetBrains Mono Bold" charset="1" panose="02010809030102050004"/>
      <p:regular r:id="rId12"/>
    </p:embeddedFont>
    <p:embeddedFont>
      <p:font typeface="JetBrains Mono" charset="1" panose="0201050902010205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0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463491"/>
            <a:ext cx="18288000" cy="318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Cold Storage Management System Using DBMS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7437755"/>
            <a:ext cx="11887200" cy="182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Presented by: Syed Hisham Azam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25WU0102282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0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37760" y="169228"/>
            <a:ext cx="8412480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Introduction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17262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005685"/>
            <a:ext cx="16230600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What is Cold Storage Management System?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system used to manage commodities, storage chambers, customers, and inventory in a cold storage facility.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92295"/>
            <a:ext cx="16230600" cy="226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Why a DBMS?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DBMS provides a centralized and structured way of storing and managing data. It allows users to easily add, update, search, and retrieve information while maintaining data accuracy and reducing redundancy.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636104"/>
            <a:ext cx="16230600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How does a DBMS help?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main purpose is to streamline cold storage operations by providing accurate information about commodities, chambers, inventory, and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0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5160" y="169228"/>
            <a:ext cx="11917680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Problem Statement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17262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9048750" y="2723224"/>
            <a:ext cx="0" cy="527444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920659" y="1960899"/>
            <a:ext cx="844668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diff -y “Problem Statement” “Objectives”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85124"/>
            <a:ext cx="7924800" cy="109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Manual record keeping makes it difficult to maintain accurate commodity and inventory information.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26368"/>
            <a:ext cx="7924800" cy="109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duplication and inconsistent records can occur when information is maintained across multiple manual records.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411302"/>
            <a:ext cx="7924800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Lack of proper reporting makes it difficult to monitor and evaluate storage operations.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070059"/>
            <a:ext cx="7924800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Tracking chamber occupancy and available storage capacity can be time-consuming and error-prone.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9672" y="2685124"/>
            <a:ext cx="7915338" cy="109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Develop a centralized database to maintain accurate and easily accessible commodity and inventory records.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09672" y="5026368"/>
            <a:ext cx="7915338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 a structured database to reduce redundancy and maintain data consistency.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9672" y="6411302"/>
            <a:ext cx="7915338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Generate useful reports for inventory, chamber utilization, and storage transactions.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09672" y="4070059"/>
            <a:ext cx="7915338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Implement chamber management to monitor capacity and commodity allocation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0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6200" y="169228"/>
            <a:ext cx="10515600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System Features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17262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922336"/>
            <a:ext cx="162306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ls “System Features”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17661"/>
            <a:ext cx="16230600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Better Inventory Tracking: Enables quick access to current commodity quantities, locations, and storage status.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Faster Transaction Management: Simplifies the recording and retrieval of inward and outward commodity transactions.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Easy Information Retrieval: Allows users to quickly access customer, commodity, chamber, and transaction details.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Effective Monitoring &amp; Reporting: Provides organized reports that support better monitoring and decision-making.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6720" y="169228"/>
            <a:ext cx="9814560" cy="155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System Modules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17262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451816" y="2265399"/>
            <a:ext cx="10807484" cy="7204990"/>
          </a:xfrm>
          <a:custGeom>
            <a:avLst/>
            <a:gdLst/>
            <a:ahLst/>
            <a:cxnLst/>
            <a:rect r="r" b="b" t="t" l="l"/>
            <a:pathLst>
              <a:path h="7204990" w="10807484">
                <a:moveTo>
                  <a:pt x="0" y="0"/>
                </a:moveTo>
                <a:lnTo>
                  <a:pt x="10807484" y="0"/>
                </a:lnTo>
                <a:lnTo>
                  <a:pt x="10807484" y="7204990"/>
                </a:lnTo>
                <a:lnTo>
                  <a:pt x="0" y="7204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024735"/>
            <a:ext cx="4766116" cy="767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tree Modules</a:t>
            </a:r>
          </a:p>
          <a:p>
            <a:pPr algn="l">
              <a:lnSpc>
                <a:spcPts val="1960"/>
              </a:lnSpc>
            </a:pP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Modules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User Management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├── Login &amp; Authentication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└── Access Control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Customer Management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├── Customer Registration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└── Customer Records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Storage Management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├── Chamber Management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│   ├── Chamber Details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│   ├── Capacity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│   └── Occupancy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│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└── Inventory Management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├── Commodity Records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├── Stock Tracking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    └── Storage Location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├── Transaction Management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├── Inward Transactions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   └── Outward Transactions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│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└── Reports &amp; Monitoring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├── Inventory Reports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├── Chamber Utilization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└── Transaction Reports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51816" y="2024735"/>
            <a:ext cx="4766116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xdg-open ER_Diagram.png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0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91400" y="3469640"/>
            <a:ext cx="3505200" cy="318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THANK</a:t>
            </a:r>
          </a:p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DAHT3f7ZEGY</dc:identifier>
  <dcterms:modified xsi:type="dcterms:W3CDTF">2011-08-01T06:04:30Z</dcterms:modified>
  <cp:revision>1</cp:revision>
  <dc:title>DBMS Presentation</dc:title>
</cp:coreProperties>
</file>