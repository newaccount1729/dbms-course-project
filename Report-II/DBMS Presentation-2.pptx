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Canva Sans Bold" charset="1" panose="020B0803030501040103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37919" y="3416618"/>
            <a:ext cx="1221216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DBMS-Presentation 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37919" y="4887912"/>
            <a:ext cx="7523162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- Syed Hisham Azam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25WU0102282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39512" y="1948772"/>
            <a:ext cx="11808976" cy="6389456"/>
          </a:xfrm>
          <a:custGeom>
            <a:avLst/>
            <a:gdLst/>
            <a:ahLst/>
            <a:cxnLst/>
            <a:rect r="r" b="b" t="t" l="l"/>
            <a:pathLst>
              <a:path h="6389456" w="11808976">
                <a:moveTo>
                  <a:pt x="0" y="0"/>
                </a:moveTo>
                <a:lnTo>
                  <a:pt x="11808976" y="0"/>
                </a:lnTo>
                <a:lnTo>
                  <a:pt x="11808976" y="6389456"/>
                </a:lnTo>
                <a:lnTo>
                  <a:pt x="0" y="6389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66844" y="-171450"/>
            <a:ext cx="655431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 Diagram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DAHXH9v_Ijg</dc:identifier>
  <dcterms:modified xsi:type="dcterms:W3CDTF">2011-08-01T06:04:30Z</dcterms:modified>
  <cp:revision>1</cp:revision>
  <dc:title>DBMS Presentation-2</dc:title>
</cp:coreProperties>
</file>